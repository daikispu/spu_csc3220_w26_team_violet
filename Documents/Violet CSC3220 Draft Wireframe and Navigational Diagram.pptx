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87"/>
    <p:restoredTop sz="94699"/>
  </p:normalViewPr>
  <p:slideViewPr>
    <p:cSldViewPr snapToGrid="0">
      <p:cViewPr varScale="1">
        <p:scale>
          <a:sx n="162" d="100"/>
          <a:sy n="162" d="100"/>
        </p:scale>
        <p:origin x="216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245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863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144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06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3/3/26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958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3/3/26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90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3/3/26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768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013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442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457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57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596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D587E41-605C-A8E4-8BA5-0E0B3797C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 descr="Upwards trending chart on a screen">
            <a:extLst>
              <a:ext uri="{FF2B5EF4-FFF2-40B4-BE49-F238E27FC236}">
                <a16:creationId xmlns:a16="http://schemas.microsoft.com/office/drawing/2014/main" id="{FAF5082D-3048-7433-40F5-1CC9AD2E0F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BD48A03-0DF9-3063-CB15-1BC2AEC79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14416"/>
            <a:ext cx="12191999" cy="1243584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F48DD5-2E2A-09D6-79B5-4106EC7667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5768969"/>
            <a:ext cx="10936539" cy="960120"/>
          </a:xfrm>
        </p:spPr>
        <p:txBody>
          <a:bodyPr anchor="ctr">
            <a:normAutofit/>
          </a:bodyPr>
          <a:lstStyle/>
          <a:p>
            <a:pPr algn="l"/>
            <a:r>
              <a:rPr lang="en-US" sz="3100" dirty="0"/>
              <a:t>Violet Trading System UI Wireframes &amp; Navigation</a:t>
            </a:r>
          </a:p>
        </p:txBody>
      </p:sp>
    </p:spTree>
    <p:extLst>
      <p:ext uri="{BB962C8B-B14F-4D97-AF65-F5344CB8AC3E}">
        <p14:creationId xmlns:p14="http://schemas.microsoft.com/office/powerpoint/2010/main" val="33707433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3D75971-F9C3-B29F-292B-E6F878ABE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5844746" cy="6858000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925EEB9-CFD4-54FE-80A7-380F44B35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4747" y="0"/>
            <a:ext cx="63328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975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7F436EB1-95C7-85FA-F50A-D4587A54E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7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829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3B427A99-8CD7-583B-3D63-45788174E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618356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7</Words>
  <Application>Microsoft Macintosh PowerPoint</Application>
  <PresentationFormat>Widescreen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Neue Haas Grotesk Text Pro</vt:lpstr>
      <vt:lpstr>VanillaVTI</vt:lpstr>
      <vt:lpstr>Violet Trading System UI Wireframes &amp; Navigation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Nguyen, Nam</dc:creator>
  <cp:lastModifiedBy>Nguyen, Nam</cp:lastModifiedBy>
  <cp:revision>1</cp:revision>
  <dcterms:created xsi:type="dcterms:W3CDTF">2026-03-03T21:32:52Z</dcterms:created>
  <dcterms:modified xsi:type="dcterms:W3CDTF">2026-03-03T22:19:46Z</dcterms:modified>
</cp:coreProperties>
</file>
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BF5FEC-3F64-7F47-B60A-A1703E4BEC59}" v="5" dt="2026-02-20T09:43:56.7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57"/>
    <p:restoredTop sz="94658"/>
  </p:normalViewPr>
  <p:slideViewPr>
    <p:cSldViewPr snapToGrid="0">
      <p:cViewPr varScale="1">
        <p:scale>
          <a:sx n="120" d="100"/>
          <a:sy n="120" d="100"/>
        </p:scale>
        <p:origin x="11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giwara, Daiki" userId="89cf99e7-4abe-4cba-9d2b-f2702f587dcf" providerId="ADAL" clId="{250BB1EA-FA5A-55B2-9765-6FEE9FE68866}"/>
    <pc:docChg chg="modSld">
      <pc:chgData name="Hagiwara, Daiki" userId="89cf99e7-4abe-4cba-9d2b-f2702f587dcf" providerId="ADAL" clId="{250BB1EA-FA5A-55B2-9765-6FEE9FE68866}" dt="2026-02-20T10:04:48.212" v="47" actId="20577"/>
      <pc:docMkLst>
        <pc:docMk/>
      </pc:docMkLst>
      <pc:sldChg chg="modSp">
        <pc:chgData name="Hagiwara, Daiki" userId="89cf99e7-4abe-4cba-9d2b-f2702f587dcf" providerId="ADAL" clId="{250BB1EA-FA5A-55B2-9765-6FEE9FE68866}" dt="2026-02-20T09:42:30.298" v="15"/>
        <pc:sldMkLst>
          <pc:docMk/>
          <pc:sldMk cId="1800253558" sldId="256"/>
        </pc:sldMkLst>
        <pc:spChg chg="mod">
          <ac:chgData name="Hagiwara, Daiki" userId="89cf99e7-4abe-4cba-9d2b-f2702f587dcf" providerId="ADAL" clId="{250BB1EA-FA5A-55B2-9765-6FEE9FE68866}" dt="2026-02-20T09:42:30.298" v="15"/>
          <ac:spMkLst>
            <pc:docMk/>
            <pc:sldMk cId="1800253558" sldId="256"/>
            <ac:spMk id="2" creationId="{F9DE16D6-FEE2-0635-960E-DA4BD622820E}"/>
          </ac:spMkLst>
        </pc:spChg>
      </pc:sldChg>
      <pc:sldChg chg="modSp mod">
        <pc:chgData name="Hagiwara, Daiki" userId="89cf99e7-4abe-4cba-9d2b-f2702f587dcf" providerId="ADAL" clId="{250BB1EA-FA5A-55B2-9765-6FEE9FE68866}" dt="2026-02-20T10:04:48.212" v="47" actId="20577"/>
        <pc:sldMkLst>
          <pc:docMk/>
          <pc:sldMk cId="3871329606" sldId="257"/>
        </pc:sldMkLst>
        <pc:spChg chg="mod">
          <ac:chgData name="Hagiwara, Daiki" userId="89cf99e7-4abe-4cba-9d2b-f2702f587dcf" providerId="ADAL" clId="{250BB1EA-FA5A-55B2-9765-6FEE9FE68866}" dt="2026-02-20T10:04:48.212" v="47" actId="20577"/>
          <ac:spMkLst>
            <pc:docMk/>
            <pc:sldMk cId="3871329606" sldId="257"/>
            <ac:spMk id="3" creationId="{79982A04-14CE-6F52-2C96-26B31FDFCFE6}"/>
          </ac:spMkLst>
        </pc:spChg>
      </pc:sldChg>
      <pc:sldChg chg="modSp mod">
        <pc:chgData name="Hagiwara, Daiki" userId="89cf99e7-4abe-4cba-9d2b-f2702f587dcf" providerId="ADAL" clId="{250BB1EA-FA5A-55B2-9765-6FEE9FE68866}" dt="2026-02-20T09:43:58.813" v="18" actId="5793"/>
        <pc:sldMkLst>
          <pc:docMk/>
          <pc:sldMk cId="1678353832" sldId="258"/>
        </pc:sldMkLst>
        <pc:spChg chg="mod">
          <ac:chgData name="Hagiwara, Daiki" userId="89cf99e7-4abe-4cba-9d2b-f2702f587dcf" providerId="ADAL" clId="{250BB1EA-FA5A-55B2-9765-6FEE9FE68866}" dt="2026-02-20T09:43:58.813" v="18" actId="5793"/>
          <ac:spMkLst>
            <pc:docMk/>
            <pc:sldMk cId="1678353832" sldId="258"/>
            <ac:spMk id="3" creationId="{363E9BE7-1023-6698-697C-455F9E24F3CD}"/>
          </ac:spMkLst>
        </pc:spChg>
        <pc:spChg chg="mod">
          <ac:chgData name="Hagiwara, Daiki" userId="89cf99e7-4abe-4cba-9d2b-f2702f587dcf" providerId="ADAL" clId="{250BB1EA-FA5A-55B2-9765-6FEE9FE68866}" dt="2026-02-20T07:56:40.881" v="3" actId="2711"/>
          <ac:spMkLst>
            <pc:docMk/>
            <pc:sldMk cId="1678353832" sldId="258"/>
            <ac:spMk id="4" creationId="{FDE9D8CE-E3D2-481F-B58E-CFEECF954F1F}"/>
          </ac:spMkLst>
        </pc:spChg>
        <pc:spChg chg="mod">
          <ac:chgData name="Hagiwara, Daiki" userId="89cf99e7-4abe-4cba-9d2b-f2702f587dcf" providerId="ADAL" clId="{250BB1EA-FA5A-55B2-9765-6FEE9FE68866}" dt="2026-02-20T07:58:26.505" v="14" actId="1076"/>
          <ac:spMkLst>
            <pc:docMk/>
            <pc:sldMk cId="1678353832" sldId="258"/>
            <ac:spMk id="6" creationId="{94712CDB-E51B-3868-C052-4352DFC76E1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36427A-E95C-46EF-B9FE-80894F849BE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7F4AAAD-68AB-4D78-B9A5-60A9AAF6F51A}">
      <dgm:prSet/>
      <dgm:spPr/>
      <dgm:t>
        <a:bodyPr/>
        <a:lstStyle/>
        <a:p>
          <a:r>
            <a:rPr lang="en-US"/>
            <a:t>Create: Ingesting new market participants and order flow.</a:t>
          </a:r>
        </a:p>
      </dgm:t>
    </dgm:pt>
    <dgm:pt modelId="{EB9764C9-BD54-4731-B022-810FBE85E747}" type="parTrans" cxnId="{23703E64-164D-4AEA-B5D8-158EEBD6E698}">
      <dgm:prSet/>
      <dgm:spPr/>
      <dgm:t>
        <a:bodyPr/>
        <a:lstStyle/>
        <a:p>
          <a:endParaRPr lang="en-US"/>
        </a:p>
      </dgm:t>
    </dgm:pt>
    <dgm:pt modelId="{8EC5E190-25D2-4A1A-8C44-1617057D77D1}" type="sibTrans" cxnId="{23703E64-164D-4AEA-B5D8-158EEBD6E69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6BC97F09-D376-4C59-9588-C1DDDDB89BBB}">
      <dgm:prSet/>
      <dgm:spPr/>
      <dgm:t>
        <a:bodyPr/>
        <a:lstStyle/>
        <a:p>
          <a:r>
            <a:rPr lang="en-US"/>
            <a:t>Read: Querying the current state of the book (Bid/Ask spread).</a:t>
          </a:r>
        </a:p>
      </dgm:t>
    </dgm:pt>
    <dgm:pt modelId="{BBE32C34-D36D-4123-A9A3-DC25B3A5DA7D}" type="parTrans" cxnId="{BD330875-20BD-4B57-A132-7384A772E5C1}">
      <dgm:prSet/>
      <dgm:spPr/>
      <dgm:t>
        <a:bodyPr/>
        <a:lstStyle/>
        <a:p>
          <a:endParaRPr lang="en-US"/>
        </a:p>
      </dgm:t>
    </dgm:pt>
    <dgm:pt modelId="{7247FA53-B9F7-4D15-9F45-DA0B3C4F17EC}" type="sibTrans" cxnId="{BD330875-20BD-4B57-A132-7384A772E5C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7BF7B65A-490A-4026-9A40-89CCA6CCE2C2}">
      <dgm:prSet/>
      <dgm:spPr/>
      <dgm:t>
        <a:bodyPr/>
        <a:lstStyle/>
        <a:p>
          <a:r>
            <a:rPr lang="en-US"/>
            <a:t>Update: Modifying limit prices to reflect changing market conditions.</a:t>
          </a:r>
        </a:p>
      </dgm:t>
    </dgm:pt>
    <dgm:pt modelId="{63CD75B3-8E87-40B2-8939-BA5123A0416A}" type="parTrans" cxnId="{6B1C41C8-A14E-46D7-AEE7-FAD4617AFB98}">
      <dgm:prSet/>
      <dgm:spPr/>
      <dgm:t>
        <a:bodyPr/>
        <a:lstStyle/>
        <a:p>
          <a:endParaRPr lang="en-US"/>
        </a:p>
      </dgm:t>
    </dgm:pt>
    <dgm:pt modelId="{10A9B749-5E03-4ECD-AC80-4FAF35E0E408}" type="sibTrans" cxnId="{6B1C41C8-A14E-46D7-AEE7-FAD4617AFB98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4A4F4E6C-C4CC-4488-BBBC-05D0EDD2D95E}">
      <dgm:prSet/>
      <dgm:spPr/>
      <dgm:t>
        <a:bodyPr/>
        <a:lstStyle/>
        <a:p>
          <a:r>
            <a:rPr lang="en-US"/>
            <a:t>Delete: Removing consumed liquidity (filled or canceled orders).</a:t>
          </a:r>
        </a:p>
      </dgm:t>
    </dgm:pt>
    <dgm:pt modelId="{33A2CFEB-15D1-4653-A771-851EF2E99433}" type="parTrans" cxnId="{D4C85DE1-6613-4A8B-A647-CEF92524E5D4}">
      <dgm:prSet/>
      <dgm:spPr/>
      <dgm:t>
        <a:bodyPr/>
        <a:lstStyle/>
        <a:p>
          <a:endParaRPr lang="en-US"/>
        </a:p>
      </dgm:t>
    </dgm:pt>
    <dgm:pt modelId="{48131FB0-3AB1-40AD-A327-E46A57BC601B}" type="sibTrans" cxnId="{D4C85DE1-6613-4A8B-A647-CEF92524E5D4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D0C8BF0A-A2BD-3D49-9489-0E2495CC9FA3}" type="pres">
      <dgm:prSet presAssocID="{7F36427A-E95C-46EF-B9FE-80894F849BE5}" presName="Name0" presStyleCnt="0">
        <dgm:presLayoutVars>
          <dgm:animLvl val="lvl"/>
          <dgm:resizeHandles val="exact"/>
        </dgm:presLayoutVars>
      </dgm:prSet>
      <dgm:spPr/>
    </dgm:pt>
    <dgm:pt modelId="{3F2EF923-23F1-B248-9443-0174835DDD01}" type="pres">
      <dgm:prSet presAssocID="{E7F4AAAD-68AB-4D78-B9A5-60A9AAF6F51A}" presName="compositeNode" presStyleCnt="0">
        <dgm:presLayoutVars>
          <dgm:bulletEnabled val="1"/>
        </dgm:presLayoutVars>
      </dgm:prSet>
      <dgm:spPr/>
    </dgm:pt>
    <dgm:pt modelId="{CBA2DCE5-98A5-2941-967C-6FC8DC93EE6A}" type="pres">
      <dgm:prSet presAssocID="{E7F4AAAD-68AB-4D78-B9A5-60A9AAF6F51A}" presName="bgRect" presStyleLbl="bgAccFollowNode1" presStyleIdx="0" presStyleCnt="4"/>
      <dgm:spPr/>
    </dgm:pt>
    <dgm:pt modelId="{D9AD32AB-E6CF-8443-8C77-C6242756F0F2}" type="pres">
      <dgm:prSet presAssocID="{8EC5E190-25D2-4A1A-8C44-1617057D77D1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132A1B9A-C68B-E74A-AFA1-F12903184E3E}" type="pres">
      <dgm:prSet presAssocID="{E7F4AAAD-68AB-4D78-B9A5-60A9AAF6F51A}" presName="bottomLine" presStyleLbl="alignNode1" presStyleIdx="1" presStyleCnt="8">
        <dgm:presLayoutVars/>
      </dgm:prSet>
      <dgm:spPr/>
    </dgm:pt>
    <dgm:pt modelId="{8E306A67-F24A-0F4B-8337-2A3A7A4AEA47}" type="pres">
      <dgm:prSet presAssocID="{E7F4AAAD-68AB-4D78-B9A5-60A9AAF6F51A}" presName="nodeText" presStyleLbl="bgAccFollowNode1" presStyleIdx="0" presStyleCnt="4">
        <dgm:presLayoutVars>
          <dgm:bulletEnabled val="1"/>
        </dgm:presLayoutVars>
      </dgm:prSet>
      <dgm:spPr/>
    </dgm:pt>
    <dgm:pt modelId="{6E597B49-7BC4-1B49-9634-185C8C4B1E5F}" type="pres">
      <dgm:prSet presAssocID="{8EC5E190-25D2-4A1A-8C44-1617057D77D1}" presName="sibTrans" presStyleCnt="0"/>
      <dgm:spPr/>
    </dgm:pt>
    <dgm:pt modelId="{DA197870-862A-A044-A170-606BE2909516}" type="pres">
      <dgm:prSet presAssocID="{6BC97F09-D376-4C59-9588-C1DDDDB89BBB}" presName="compositeNode" presStyleCnt="0">
        <dgm:presLayoutVars>
          <dgm:bulletEnabled val="1"/>
        </dgm:presLayoutVars>
      </dgm:prSet>
      <dgm:spPr/>
    </dgm:pt>
    <dgm:pt modelId="{C43A9647-E951-B04E-B504-6F8EAB829403}" type="pres">
      <dgm:prSet presAssocID="{6BC97F09-D376-4C59-9588-C1DDDDB89BBB}" presName="bgRect" presStyleLbl="bgAccFollowNode1" presStyleIdx="1" presStyleCnt="4"/>
      <dgm:spPr/>
    </dgm:pt>
    <dgm:pt modelId="{709BE88A-BC43-EC47-B86F-2965DF71542D}" type="pres">
      <dgm:prSet presAssocID="{7247FA53-B9F7-4D15-9F45-DA0B3C4F17EC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84E20FEC-851F-B74B-8AC6-FF65DB1DF0DB}" type="pres">
      <dgm:prSet presAssocID="{6BC97F09-D376-4C59-9588-C1DDDDB89BBB}" presName="bottomLine" presStyleLbl="alignNode1" presStyleIdx="3" presStyleCnt="8">
        <dgm:presLayoutVars/>
      </dgm:prSet>
      <dgm:spPr/>
    </dgm:pt>
    <dgm:pt modelId="{2B8B1554-5AF4-714F-A813-4C2386B41599}" type="pres">
      <dgm:prSet presAssocID="{6BC97F09-D376-4C59-9588-C1DDDDB89BBB}" presName="nodeText" presStyleLbl="bgAccFollowNode1" presStyleIdx="1" presStyleCnt="4">
        <dgm:presLayoutVars>
          <dgm:bulletEnabled val="1"/>
        </dgm:presLayoutVars>
      </dgm:prSet>
      <dgm:spPr/>
    </dgm:pt>
    <dgm:pt modelId="{54BEF314-67EF-304F-8A86-7F584159AB31}" type="pres">
      <dgm:prSet presAssocID="{7247FA53-B9F7-4D15-9F45-DA0B3C4F17EC}" presName="sibTrans" presStyleCnt="0"/>
      <dgm:spPr/>
    </dgm:pt>
    <dgm:pt modelId="{06382929-A53D-CD42-BF06-5A12BB5202BD}" type="pres">
      <dgm:prSet presAssocID="{7BF7B65A-490A-4026-9A40-89CCA6CCE2C2}" presName="compositeNode" presStyleCnt="0">
        <dgm:presLayoutVars>
          <dgm:bulletEnabled val="1"/>
        </dgm:presLayoutVars>
      </dgm:prSet>
      <dgm:spPr/>
    </dgm:pt>
    <dgm:pt modelId="{71FD4D4A-5F86-0F4A-BF70-9DF171F60C75}" type="pres">
      <dgm:prSet presAssocID="{7BF7B65A-490A-4026-9A40-89CCA6CCE2C2}" presName="bgRect" presStyleLbl="bgAccFollowNode1" presStyleIdx="2" presStyleCnt="4"/>
      <dgm:spPr/>
    </dgm:pt>
    <dgm:pt modelId="{0D5469B0-E622-F440-952A-37454647DBC7}" type="pres">
      <dgm:prSet presAssocID="{10A9B749-5E03-4ECD-AC80-4FAF35E0E408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C4604DE0-B281-3443-94F5-817D6B325D20}" type="pres">
      <dgm:prSet presAssocID="{7BF7B65A-490A-4026-9A40-89CCA6CCE2C2}" presName="bottomLine" presStyleLbl="alignNode1" presStyleIdx="5" presStyleCnt="8">
        <dgm:presLayoutVars/>
      </dgm:prSet>
      <dgm:spPr/>
    </dgm:pt>
    <dgm:pt modelId="{2E2A3151-7500-B644-BD14-935720E16134}" type="pres">
      <dgm:prSet presAssocID="{7BF7B65A-490A-4026-9A40-89CCA6CCE2C2}" presName="nodeText" presStyleLbl="bgAccFollowNode1" presStyleIdx="2" presStyleCnt="4">
        <dgm:presLayoutVars>
          <dgm:bulletEnabled val="1"/>
        </dgm:presLayoutVars>
      </dgm:prSet>
      <dgm:spPr/>
    </dgm:pt>
    <dgm:pt modelId="{2D652C27-DAD1-744E-8C5C-33CC6AA24ED7}" type="pres">
      <dgm:prSet presAssocID="{10A9B749-5E03-4ECD-AC80-4FAF35E0E408}" presName="sibTrans" presStyleCnt="0"/>
      <dgm:spPr/>
    </dgm:pt>
    <dgm:pt modelId="{4408E12E-FD65-A845-A2EE-3677F04C8899}" type="pres">
      <dgm:prSet presAssocID="{4A4F4E6C-C4CC-4488-BBBC-05D0EDD2D95E}" presName="compositeNode" presStyleCnt="0">
        <dgm:presLayoutVars>
          <dgm:bulletEnabled val="1"/>
        </dgm:presLayoutVars>
      </dgm:prSet>
      <dgm:spPr/>
    </dgm:pt>
    <dgm:pt modelId="{EE263A72-2B3F-0E44-91DA-9F9175841885}" type="pres">
      <dgm:prSet presAssocID="{4A4F4E6C-C4CC-4488-BBBC-05D0EDD2D95E}" presName="bgRect" presStyleLbl="bgAccFollowNode1" presStyleIdx="3" presStyleCnt="4"/>
      <dgm:spPr/>
    </dgm:pt>
    <dgm:pt modelId="{F7661A49-FA74-AC41-A0E1-65649CE929D2}" type="pres">
      <dgm:prSet presAssocID="{48131FB0-3AB1-40AD-A327-E46A57BC601B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B519FF3F-1418-6B4F-8C44-A1F7A61B0780}" type="pres">
      <dgm:prSet presAssocID="{4A4F4E6C-C4CC-4488-BBBC-05D0EDD2D95E}" presName="bottomLine" presStyleLbl="alignNode1" presStyleIdx="7" presStyleCnt="8">
        <dgm:presLayoutVars/>
      </dgm:prSet>
      <dgm:spPr/>
    </dgm:pt>
    <dgm:pt modelId="{22620E07-19CB-104A-810C-A8187E06D5AB}" type="pres">
      <dgm:prSet presAssocID="{4A4F4E6C-C4CC-4488-BBBC-05D0EDD2D95E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3FAD3E17-DB34-BC48-976D-4E08033B760B}" type="presOf" srcId="{48131FB0-3AB1-40AD-A327-E46A57BC601B}" destId="{F7661A49-FA74-AC41-A0E1-65649CE929D2}" srcOrd="0" destOrd="0" presId="urn:microsoft.com/office/officeart/2016/7/layout/BasicLinearProcessNumbered"/>
    <dgm:cxn modelId="{85661826-32E1-A54C-B8DC-4A6243A4E45D}" type="presOf" srcId="{7F36427A-E95C-46EF-B9FE-80894F849BE5}" destId="{D0C8BF0A-A2BD-3D49-9489-0E2495CC9FA3}" srcOrd="0" destOrd="0" presId="urn:microsoft.com/office/officeart/2016/7/layout/BasicLinearProcessNumbered"/>
    <dgm:cxn modelId="{FDD26427-8909-9A4F-A55D-85BB92DFA6F7}" type="presOf" srcId="{7247FA53-B9F7-4D15-9F45-DA0B3C4F17EC}" destId="{709BE88A-BC43-EC47-B86F-2965DF71542D}" srcOrd="0" destOrd="0" presId="urn:microsoft.com/office/officeart/2016/7/layout/BasicLinearProcessNumbered"/>
    <dgm:cxn modelId="{D023C24B-69AD-6246-BE51-466E687F2AC9}" type="presOf" srcId="{7BF7B65A-490A-4026-9A40-89CCA6CCE2C2}" destId="{2E2A3151-7500-B644-BD14-935720E16134}" srcOrd="1" destOrd="0" presId="urn:microsoft.com/office/officeart/2016/7/layout/BasicLinearProcessNumbered"/>
    <dgm:cxn modelId="{CD65064C-14F8-BA41-AB03-960C0C7A7DA0}" type="presOf" srcId="{6BC97F09-D376-4C59-9588-C1DDDDB89BBB}" destId="{2B8B1554-5AF4-714F-A813-4C2386B41599}" srcOrd="1" destOrd="0" presId="urn:microsoft.com/office/officeart/2016/7/layout/BasicLinearProcessNumbered"/>
    <dgm:cxn modelId="{0484CB5F-FD2D-C349-B6B9-364E245C34D5}" type="presOf" srcId="{4A4F4E6C-C4CC-4488-BBBC-05D0EDD2D95E}" destId="{22620E07-19CB-104A-810C-A8187E06D5AB}" srcOrd="1" destOrd="0" presId="urn:microsoft.com/office/officeart/2016/7/layout/BasicLinearProcessNumbered"/>
    <dgm:cxn modelId="{23703E64-164D-4AEA-B5D8-158EEBD6E698}" srcId="{7F36427A-E95C-46EF-B9FE-80894F849BE5}" destId="{E7F4AAAD-68AB-4D78-B9A5-60A9AAF6F51A}" srcOrd="0" destOrd="0" parTransId="{EB9764C9-BD54-4731-B022-810FBE85E747}" sibTransId="{8EC5E190-25D2-4A1A-8C44-1617057D77D1}"/>
    <dgm:cxn modelId="{BD330875-20BD-4B57-A132-7384A772E5C1}" srcId="{7F36427A-E95C-46EF-B9FE-80894F849BE5}" destId="{6BC97F09-D376-4C59-9588-C1DDDDB89BBB}" srcOrd="1" destOrd="0" parTransId="{BBE32C34-D36D-4123-A9A3-DC25B3A5DA7D}" sibTransId="{7247FA53-B9F7-4D15-9F45-DA0B3C4F17EC}"/>
    <dgm:cxn modelId="{E2D7BE79-7F0C-B545-BFF0-335B83714566}" type="presOf" srcId="{E7F4AAAD-68AB-4D78-B9A5-60A9AAF6F51A}" destId="{CBA2DCE5-98A5-2941-967C-6FC8DC93EE6A}" srcOrd="0" destOrd="0" presId="urn:microsoft.com/office/officeart/2016/7/layout/BasicLinearProcessNumbered"/>
    <dgm:cxn modelId="{64848C89-82C7-D540-8580-60636BB30C42}" type="presOf" srcId="{4A4F4E6C-C4CC-4488-BBBC-05D0EDD2D95E}" destId="{EE263A72-2B3F-0E44-91DA-9F9175841885}" srcOrd="0" destOrd="0" presId="urn:microsoft.com/office/officeart/2016/7/layout/BasicLinearProcessNumbered"/>
    <dgm:cxn modelId="{9F9E8B9A-AB04-8A45-BA17-47FFC5A0109D}" type="presOf" srcId="{8EC5E190-25D2-4A1A-8C44-1617057D77D1}" destId="{D9AD32AB-E6CF-8443-8C77-C6242756F0F2}" srcOrd="0" destOrd="0" presId="urn:microsoft.com/office/officeart/2016/7/layout/BasicLinearProcessNumbered"/>
    <dgm:cxn modelId="{C0DCDAA6-03D1-BC4C-81AA-C09AB23C3496}" type="presOf" srcId="{10A9B749-5E03-4ECD-AC80-4FAF35E0E408}" destId="{0D5469B0-E622-F440-952A-37454647DBC7}" srcOrd="0" destOrd="0" presId="urn:microsoft.com/office/officeart/2016/7/layout/BasicLinearProcessNumbered"/>
    <dgm:cxn modelId="{8C4E42B4-E48B-6343-A811-B65687B9BCAD}" type="presOf" srcId="{6BC97F09-D376-4C59-9588-C1DDDDB89BBB}" destId="{C43A9647-E951-B04E-B504-6F8EAB829403}" srcOrd="0" destOrd="0" presId="urn:microsoft.com/office/officeart/2016/7/layout/BasicLinearProcessNumbered"/>
    <dgm:cxn modelId="{4E4116BD-FA8F-9E4F-9A49-1933FD35BCF9}" type="presOf" srcId="{7BF7B65A-490A-4026-9A40-89CCA6CCE2C2}" destId="{71FD4D4A-5F86-0F4A-BF70-9DF171F60C75}" srcOrd="0" destOrd="0" presId="urn:microsoft.com/office/officeart/2016/7/layout/BasicLinearProcessNumbered"/>
    <dgm:cxn modelId="{6B1C41C8-A14E-46D7-AEE7-FAD4617AFB98}" srcId="{7F36427A-E95C-46EF-B9FE-80894F849BE5}" destId="{7BF7B65A-490A-4026-9A40-89CCA6CCE2C2}" srcOrd="2" destOrd="0" parTransId="{63CD75B3-8E87-40B2-8939-BA5123A0416A}" sibTransId="{10A9B749-5E03-4ECD-AC80-4FAF35E0E408}"/>
    <dgm:cxn modelId="{300C6DDC-8C1E-2947-A34A-B7BB31D2DCEA}" type="presOf" srcId="{E7F4AAAD-68AB-4D78-B9A5-60A9AAF6F51A}" destId="{8E306A67-F24A-0F4B-8337-2A3A7A4AEA47}" srcOrd="1" destOrd="0" presId="urn:microsoft.com/office/officeart/2016/7/layout/BasicLinearProcessNumbered"/>
    <dgm:cxn modelId="{D4C85DE1-6613-4A8B-A647-CEF92524E5D4}" srcId="{7F36427A-E95C-46EF-B9FE-80894F849BE5}" destId="{4A4F4E6C-C4CC-4488-BBBC-05D0EDD2D95E}" srcOrd="3" destOrd="0" parTransId="{33A2CFEB-15D1-4653-A771-851EF2E99433}" sibTransId="{48131FB0-3AB1-40AD-A327-E46A57BC601B}"/>
    <dgm:cxn modelId="{863898B6-0CA3-8841-B513-167C701E78FF}" type="presParOf" srcId="{D0C8BF0A-A2BD-3D49-9489-0E2495CC9FA3}" destId="{3F2EF923-23F1-B248-9443-0174835DDD01}" srcOrd="0" destOrd="0" presId="urn:microsoft.com/office/officeart/2016/7/layout/BasicLinearProcessNumbered"/>
    <dgm:cxn modelId="{EC260989-8F9B-814A-AA6F-9E00FE529813}" type="presParOf" srcId="{3F2EF923-23F1-B248-9443-0174835DDD01}" destId="{CBA2DCE5-98A5-2941-967C-6FC8DC93EE6A}" srcOrd="0" destOrd="0" presId="urn:microsoft.com/office/officeart/2016/7/layout/BasicLinearProcessNumbered"/>
    <dgm:cxn modelId="{7B9CCBEE-5737-0546-A5DB-570A334C1A78}" type="presParOf" srcId="{3F2EF923-23F1-B248-9443-0174835DDD01}" destId="{D9AD32AB-E6CF-8443-8C77-C6242756F0F2}" srcOrd="1" destOrd="0" presId="urn:microsoft.com/office/officeart/2016/7/layout/BasicLinearProcessNumbered"/>
    <dgm:cxn modelId="{5762829C-C017-A644-9E13-5F62EB3E1EB2}" type="presParOf" srcId="{3F2EF923-23F1-B248-9443-0174835DDD01}" destId="{132A1B9A-C68B-E74A-AFA1-F12903184E3E}" srcOrd="2" destOrd="0" presId="urn:microsoft.com/office/officeart/2016/7/layout/BasicLinearProcessNumbered"/>
    <dgm:cxn modelId="{DD415BF0-F43B-BD42-AB3E-B05D93C626A4}" type="presParOf" srcId="{3F2EF923-23F1-B248-9443-0174835DDD01}" destId="{8E306A67-F24A-0F4B-8337-2A3A7A4AEA47}" srcOrd="3" destOrd="0" presId="urn:microsoft.com/office/officeart/2016/7/layout/BasicLinearProcessNumbered"/>
    <dgm:cxn modelId="{C0097CA7-9541-9945-B456-06E56C24AB2A}" type="presParOf" srcId="{D0C8BF0A-A2BD-3D49-9489-0E2495CC9FA3}" destId="{6E597B49-7BC4-1B49-9634-185C8C4B1E5F}" srcOrd="1" destOrd="0" presId="urn:microsoft.com/office/officeart/2016/7/layout/BasicLinearProcessNumbered"/>
    <dgm:cxn modelId="{DFCB1123-0767-9646-8CC8-012E42C1DF46}" type="presParOf" srcId="{D0C8BF0A-A2BD-3D49-9489-0E2495CC9FA3}" destId="{DA197870-862A-A044-A170-606BE2909516}" srcOrd="2" destOrd="0" presId="urn:microsoft.com/office/officeart/2016/7/layout/BasicLinearProcessNumbered"/>
    <dgm:cxn modelId="{AD3951A3-AECC-2940-AA6C-15D8227AA99B}" type="presParOf" srcId="{DA197870-862A-A044-A170-606BE2909516}" destId="{C43A9647-E951-B04E-B504-6F8EAB829403}" srcOrd="0" destOrd="0" presId="urn:microsoft.com/office/officeart/2016/7/layout/BasicLinearProcessNumbered"/>
    <dgm:cxn modelId="{C0CEC46D-A097-3049-887E-B70AD6DD4E00}" type="presParOf" srcId="{DA197870-862A-A044-A170-606BE2909516}" destId="{709BE88A-BC43-EC47-B86F-2965DF71542D}" srcOrd="1" destOrd="0" presId="urn:microsoft.com/office/officeart/2016/7/layout/BasicLinearProcessNumbered"/>
    <dgm:cxn modelId="{F9761906-3F16-B349-A771-91505B351CD2}" type="presParOf" srcId="{DA197870-862A-A044-A170-606BE2909516}" destId="{84E20FEC-851F-B74B-8AC6-FF65DB1DF0DB}" srcOrd="2" destOrd="0" presId="urn:microsoft.com/office/officeart/2016/7/layout/BasicLinearProcessNumbered"/>
    <dgm:cxn modelId="{111A3026-E504-1046-96C3-0A18BD647E95}" type="presParOf" srcId="{DA197870-862A-A044-A170-606BE2909516}" destId="{2B8B1554-5AF4-714F-A813-4C2386B41599}" srcOrd="3" destOrd="0" presId="urn:microsoft.com/office/officeart/2016/7/layout/BasicLinearProcessNumbered"/>
    <dgm:cxn modelId="{3A5C842F-5AE2-664F-A1C2-85868B88CF69}" type="presParOf" srcId="{D0C8BF0A-A2BD-3D49-9489-0E2495CC9FA3}" destId="{54BEF314-67EF-304F-8A86-7F584159AB31}" srcOrd="3" destOrd="0" presId="urn:microsoft.com/office/officeart/2016/7/layout/BasicLinearProcessNumbered"/>
    <dgm:cxn modelId="{C5C8AE5E-D366-F64E-9DFE-A1B84441049C}" type="presParOf" srcId="{D0C8BF0A-A2BD-3D49-9489-0E2495CC9FA3}" destId="{06382929-A53D-CD42-BF06-5A12BB5202BD}" srcOrd="4" destOrd="0" presId="urn:microsoft.com/office/officeart/2016/7/layout/BasicLinearProcessNumbered"/>
    <dgm:cxn modelId="{71B2AC48-0694-0940-9632-1D072DDC1418}" type="presParOf" srcId="{06382929-A53D-CD42-BF06-5A12BB5202BD}" destId="{71FD4D4A-5F86-0F4A-BF70-9DF171F60C75}" srcOrd="0" destOrd="0" presId="urn:microsoft.com/office/officeart/2016/7/layout/BasicLinearProcessNumbered"/>
    <dgm:cxn modelId="{242CE5FD-31A3-864A-89BC-E87AFB97ABCE}" type="presParOf" srcId="{06382929-A53D-CD42-BF06-5A12BB5202BD}" destId="{0D5469B0-E622-F440-952A-37454647DBC7}" srcOrd="1" destOrd="0" presId="urn:microsoft.com/office/officeart/2016/7/layout/BasicLinearProcessNumbered"/>
    <dgm:cxn modelId="{4021163C-3EE6-C649-B616-D00D83E23BE5}" type="presParOf" srcId="{06382929-A53D-CD42-BF06-5A12BB5202BD}" destId="{C4604DE0-B281-3443-94F5-817D6B325D20}" srcOrd="2" destOrd="0" presId="urn:microsoft.com/office/officeart/2016/7/layout/BasicLinearProcessNumbered"/>
    <dgm:cxn modelId="{BC8B7D23-008E-9E41-AC1B-5FE80F0F5F82}" type="presParOf" srcId="{06382929-A53D-CD42-BF06-5A12BB5202BD}" destId="{2E2A3151-7500-B644-BD14-935720E16134}" srcOrd="3" destOrd="0" presId="urn:microsoft.com/office/officeart/2016/7/layout/BasicLinearProcessNumbered"/>
    <dgm:cxn modelId="{F90ED0B1-60FB-564E-B840-914AE62476C2}" type="presParOf" srcId="{D0C8BF0A-A2BD-3D49-9489-0E2495CC9FA3}" destId="{2D652C27-DAD1-744E-8C5C-33CC6AA24ED7}" srcOrd="5" destOrd="0" presId="urn:microsoft.com/office/officeart/2016/7/layout/BasicLinearProcessNumbered"/>
    <dgm:cxn modelId="{BC2FF41C-2D4A-5140-9F37-1B2E0273B6C1}" type="presParOf" srcId="{D0C8BF0A-A2BD-3D49-9489-0E2495CC9FA3}" destId="{4408E12E-FD65-A845-A2EE-3677F04C8899}" srcOrd="6" destOrd="0" presId="urn:microsoft.com/office/officeart/2016/7/layout/BasicLinearProcessNumbered"/>
    <dgm:cxn modelId="{528DBF0E-CE20-4C42-AE7D-C5804B97DC28}" type="presParOf" srcId="{4408E12E-FD65-A845-A2EE-3677F04C8899}" destId="{EE263A72-2B3F-0E44-91DA-9F9175841885}" srcOrd="0" destOrd="0" presId="urn:microsoft.com/office/officeart/2016/7/layout/BasicLinearProcessNumbered"/>
    <dgm:cxn modelId="{AAC65E2A-25F5-314B-8A22-8F4CA883ECC7}" type="presParOf" srcId="{4408E12E-FD65-A845-A2EE-3677F04C8899}" destId="{F7661A49-FA74-AC41-A0E1-65649CE929D2}" srcOrd="1" destOrd="0" presId="urn:microsoft.com/office/officeart/2016/7/layout/BasicLinearProcessNumbered"/>
    <dgm:cxn modelId="{FD2CAD5C-94AE-8A4B-829E-D3398595EF8D}" type="presParOf" srcId="{4408E12E-FD65-A845-A2EE-3677F04C8899}" destId="{B519FF3F-1418-6B4F-8C44-A1F7A61B0780}" srcOrd="2" destOrd="0" presId="urn:microsoft.com/office/officeart/2016/7/layout/BasicLinearProcessNumbered"/>
    <dgm:cxn modelId="{DB2881F3-B08E-EC4B-8817-A7AF47903549}" type="presParOf" srcId="{4408E12E-FD65-A845-A2EE-3677F04C8899}" destId="{22620E07-19CB-104A-810C-A8187E06D5A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A9DACF-59D3-4F3D-8CF3-B79BF0A72A8C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50C17A7-6821-431B-8D35-B37AB3EAA353}">
      <dgm:prSet/>
      <dgm:spPr/>
      <dgm:t>
        <a:bodyPr/>
        <a:lstStyle/>
        <a:p>
          <a:r>
            <a:rPr lang="en-US"/>
            <a:t>Environment: SQLite CLI (Bypassing GUI abstraction for direct system execution).</a:t>
          </a:r>
        </a:p>
      </dgm:t>
    </dgm:pt>
    <dgm:pt modelId="{4076D35C-B822-4271-8F53-C900CF698D80}" type="parTrans" cxnId="{72E2C8BE-00B1-4D9A-8B50-8EC2E995FA2E}">
      <dgm:prSet/>
      <dgm:spPr/>
      <dgm:t>
        <a:bodyPr/>
        <a:lstStyle/>
        <a:p>
          <a:endParaRPr lang="en-US"/>
        </a:p>
      </dgm:t>
    </dgm:pt>
    <dgm:pt modelId="{D44FF076-74D1-4323-970B-B18503DAE72C}" type="sibTrans" cxnId="{72E2C8BE-00B1-4D9A-8B50-8EC2E995FA2E}">
      <dgm:prSet/>
      <dgm:spPr/>
      <dgm:t>
        <a:bodyPr/>
        <a:lstStyle/>
        <a:p>
          <a:endParaRPr lang="en-US"/>
        </a:p>
      </dgm:t>
    </dgm:pt>
    <dgm:pt modelId="{4C2316E0-7F9F-4024-BB54-70A4839F6113}">
      <dgm:prSet/>
      <dgm:spPr/>
      <dgm:t>
        <a:bodyPr/>
        <a:lstStyle/>
        <a:p>
          <a:r>
            <a:rPr lang="en-US"/>
            <a:t>Workflow:</a:t>
          </a:r>
        </a:p>
      </dgm:t>
    </dgm:pt>
    <dgm:pt modelId="{FAB204EE-F11E-421B-AE50-C43A5F0FEC0C}" type="parTrans" cxnId="{45A3204D-47BD-469B-AD6E-F2B99B52A8D2}">
      <dgm:prSet/>
      <dgm:spPr/>
      <dgm:t>
        <a:bodyPr/>
        <a:lstStyle/>
        <a:p>
          <a:endParaRPr lang="en-US"/>
        </a:p>
      </dgm:t>
    </dgm:pt>
    <dgm:pt modelId="{FE8830C8-EE1A-4FF2-9174-48CB944DD718}" type="sibTrans" cxnId="{45A3204D-47BD-469B-AD6E-F2B99B52A8D2}">
      <dgm:prSet/>
      <dgm:spPr/>
      <dgm:t>
        <a:bodyPr/>
        <a:lstStyle/>
        <a:p>
          <a:endParaRPr lang="en-US"/>
        </a:p>
      </dgm:t>
    </dgm:pt>
    <dgm:pt modelId="{270F8B52-78E6-4175-8A32-44EC7ACADE57}">
      <dgm:prSet/>
      <dgm:spPr/>
      <dgm:t>
        <a:bodyPr/>
        <a:lstStyle/>
        <a:p>
          <a:r>
            <a:rPr lang="en-US"/>
            <a:t>1. Start from an empty state.</a:t>
          </a:r>
        </a:p>
      </dgm:t>
    </dgm:pt>
    <dgm:pt modelId="{29F4A2E9-3009-45CA-A38B-033020D8E90A}" type="parTrans" cxnId="{6A364D2E-25EC-4675-8F6F-E31051B8C118}">
      <dgm:prSet/>
      <dgm:spPr/>
      <dgm:t>
        <a:bodyPr/>
        <a:lstStyle/>
        <a:p>
          <a:endParaRPr lang="en-US"/>
        </a:p>
      </dgm:t>
    </dgm:pt>
    <dgm:pt modelId="{941165C4-B265-4A45-A09E-4F8821F995A6}" type="sibTrans" cxnId="{6A364D2E-25EC-4675-8F6F-E31051B8C118}">
      <dgm:prSet/>
      <dgm:spPr/>
      <dgm:t>
        <a:bodyPr/>
        <a:lstStyle/>
        <a:p>
          <a:endParaRPr lang="en-US"/>
        </a:p>
      </dgm:t>
    </dgm:pt>
    <dgm:pt modelId="{96770858-EB89-445E-843B-D98BFBCDF0AF}">
      <dgm:prSet/>
      <dgm:spPr/>
      <dgm:t>
        <a:bodyPr/>
        <a:lstStyle/>
        <a:p>
          <a:r>
            <a:rPr lang="en-US"/>
            <a:t>2. Execute DDL to construct schema.</a:t>
          </a:r>
        </a:p>
      </dgm:t>
    </dgm:pt>
    <dgm:pt modelId="{F58F8460-737F-4189-B865-B6B0766610E2}" type="parTrans" cxnId="{0F4B5C0C-909E-434F-B6C6-65F4CEB53B5E}">
      <dgm:prSet/>
      <dgm:spPr/>
      <dgm:t>
        <a:bodyPr/>
        <a:lstStyle/>
        <a:p>
          <a:endParaRPr lang="en-US"/>
        </a:p>
      </dgm:t>
    </dgm:pt>
    <dgm:pt modelId="{7719A1C4-B483-408F-8004-FC06006500E5}" type="sibTrans" cxnId="{0F4B5C0C-909E-434F-B6C6-65F4CEB53B5E}">
      <dgm:prSet/>
      <dgm:spPr/>
      <dgm:t>
        <a:bodyPr/>
        <a:lstStyle/>
        <a:p>
          <a:endParaRPr lang="en-US"/>
        </a:p>
      </dgm:t>
    </dgm:pt>
    <dgm:pt modelId="{B5B2A196-2BA1-4282-8E6E-1B8C6D8C983F}">
      <dgm:prSet/>
      <dgm:spPr/>
      <dgm:t>
        <a:bodyPr/>
        <a:lstStyle/>
        <a:p>
          <a:r>
            <a:rPr lang="en-US"/>
            <a:t>3. Execute DML to demonstrate full CRUD lifecycle.</a:t>
          </a:r>
        </a:p>
      </dgm:t>
    </dgm:pt>
    <dgm:pt modelId="{39D1DDD7-019F-4A50-AB27-D0F691BB34A8}" type="parTrans" cxnId="{9182DD0C-3E92-4DCC-8F9C-73C3A4B82D71}">
      <dgm:prSet/>
      <dgm:spPr/>
      <dgm:t>
        <a:bodyPr/>
        <a:lstStyle/>
        <a:p>
          <a:endParaRPr lang="en-US"/>
        </a:p>
      </dgm:t>
    </dgm:pt>
    <dgm:pt modelId="{92C314A2-5677-4B4D-8D3B-16F6BD57C0B5}" type="sibTrans" cxnId="{9182DD0C-3E92-4DCC-8F9C-73C3A4B82D71}">
      <dgm:prSet/>
      <dgm:spPr/>
      <dgm:t>
        <a:bodyPr/>
        <a:lstStyle/>
        <a:p>
          <a:endParaRPr lang="en-US"/>
        </a:p>
      </dgm:t>
    </dgm:pt>
    <dgm:pt modelId="{ADCC5A91-355D-465F-A47F-2EEABAD0C94E}">
      <dgm:prSet/>
      <dgm:spPr/>
      <dgm:t>
        <a:bodyPr/>
        <a:lstStyle/>
        <a:p>
          <a:r>
            <a:rPr lang="en-US"/>
            <a:t>Switch to Mac Terminal Now</a:t>
          </a:r>
        </a:p>
      </dgm:t>
    </dgm:pt>
    <dgm:pt modelId="{D18B169D-DAD6-4909-839D-7B01D0B1E7AE}" type="parTrans" cxnId="{1D985643-E390-4E56-A0D5-B67FE2512E21}">
      <dgm:prSet/>
      <dgm:spPr/>
      <dgm:t>
        <a:bodyPr/>
        <a:lstStyle/>
        <a:p>
          <a:endParaRPr lang="en-US"/>
        </a:p>
      </dgm:t>
    </dgm:pt>
    <dgm:pt modelId="{F3C72788-CD51-46E4-8933-3B8781FDB34B}" type="sibTrans" cxnId="{1D985643-E390-4E56-A0D5-B67FE2512E21}">
      <dgm:prSet/>
      <dgm:spPr/>
      <dgm:t>
        <a:bodyPr/>
        <a:lstStyle/>
        <a:p>
          <a:endParaRPr lang="en-US"/>
        </a:p>
      </dgm:t>
    </dgm:pt>
    <dgm:pt modelId="{82169528-2439-B144-92A6-8130747A7A69}" type="pres">
      <dgm:prSet presAssocID="{19A9DACF-59D3-4F3D-8CF3-B79BF0A72A8C}" presName="Name0" presStyleCnt="0">
        <dgm:presLayoutVars>
          <dgm:dir/>
          <dgm:resizeHandles val="exact"/>
        </dgm:presLayoutVars>
      </dgm:prSet>
      <dgm:spPr/>
    </dgm:pt>
    <dgm:pt modelId="{EDFFB2FC-7ECF-804B-949E-EB81C6CC741C}" type="pres">
      <dgm:prSet presAssocID="{D50C17A7-6821-431B-8D35-B37AB3EAA353}" presName="parAndChTx" presStyleLbl="node1" presStyleIdx="0" presStyleCnt="3">
        <dgm:presLayoutVars>
          <dgm:bulletEnabled val="1"/>
        </dgm:presLayoutVars>
      </dgm:prSet>
      <dgm:spPr/>
    </dgm:pt>
    <dgm:pt modelId="{3D54EB12-0688-1B46-9AFE-CBD6DCD48A07}" type="pres">
      <dgm:prSet presAssocID="{D44FF076-74D1-4323-970B-B18503DAE72C}" presName="parAndChSpace" presStyleCnt="0"/>
      <dgm:spPr/>
    </dgm:pt>
    <dgm:pt modelId="{7E607DCF-3EFC-1640-AC11-59300C756002}" type="pres">
      <dgm:prSet presAssocID="{4C2316E0-7F9F-4024-BB54-70A4839F6113}" presName="parAndChTx" presStyleLbl="node1" presStyleIdx="1" presStyleCnt="3">
        <dgm:presLayoutVars>
          <dgm:bulletEnabled val="1"/>
        </dgm:presLayoutVars>
      </dgm:prSet>
      <dgm:spPr/>
    </dgm:pt>
    <dgm:pt modelId="{C731882A-FD26-684B-BDF2-60A96185D297}" type="pres">
      <dgm:prSet presAssocID="{FE8830C8-EE1A-4FF2-9174-48CB944DD718}" presName="parAndChSpace" presStyleCnt="0"/>
      <dgm:spPr/>
    </dgm:pt>
    <dgm:pt modelId="{439A0717-8EE2-C046-815C-83B7423A0E8B}" type="pres">
      <dgm:prSet presAssocID="{ADCC5A91-355D-465F-A47F-2EEABAD0C94E}" presName="parAndChTx" presStyleLbl="node1" presStyleIdx="2" presStyleCnt="3">
        <dgm:presLayoutVars>
          <dgm:bulletEnabled val="1"/>
        </dgm:presLayoutVars>
      </dgm:prSet>
      <dgm:spPr/>
    </dgm:pt>
  </dgm:ptLst>
  <dgm:cxnLst>
    <dgm:cxn modelId="{0F4B5C0C-909E-434F-B6C6-65F4CEB53B5E}" srcId="{4C2316E0-7F9F-4024-BB54-70A4839F6113}" destId="{96770858-EB89-445E-843B-D98BFBCDF0AF}" srcOrd="1" destOrd="0" parTransId="{F58F8460-737F-4189-B865-B6B0766610E2}" sibTransId="{7719A1C4-B483-408F-8004-FC06006500E5}"/>
    <dgm:cxn modelId="{9182DD0C-3E92-4DCC-8F9C-73C3A4B82D71}" srcId="{4C2316E0-7F9F-4024-BB54-70A4839F6113}" destId="{B5B2A196-2BA1-4282-8E6E-1B8C6D8C983F}" srcOrd="2" destOrd="0" parTransId="{39D1DDD7-019F-4A50-AB27-D0F691BB34A8}" sibTransId="{92C314A2-5677-4B4D-8D3B-16F6BD57C0B5}"/>
    <dgm:cxn modelId="{A1ADF220-12DA-C24B-B6DD-287BC4077963}" type="presOf" srcId="{4C2316E0-7F9F-4024-BB54-70A4839F6113}" destId="{7E607DCF-3EFC-1640-AC11-59300C756002}" srcOrd="0" destOrd="0" presId="urn:microsoft.com/office/officeart/2005/8/layout/hChevron3"/>
    <dgm:cxn modelId="{6A364D2E-25EC-4675-8F6F-E31051B8C118}" srcId="{4C2316E0-7F9F-4024-BB54-70A4839F6113}" destId="{270F8B52-78E6-4175-8A32-44EC7ACADE57}" srcOrd="0" destOrd="0" parTransId="{29F4A2E9-3009-45CA-A38B-033020D8E90A}" sibTransId="{941165C4-B265-4A45-A09E-4F8821F995A6}"/>
    <dgm:cxn modelId="{1D985643-E390-4E56-A0D5-B67FE2512E21}" srcId="{19A9DACF-59D3-4F3D-8CF3-B79BF0A72A8C}" destId="{ADCC5A91-355D-465F-A47F-2EEABAD0C94E}" srcOrd="2" destOrd="0" parTransId="{D18B169D-DAD6-4909-839D-7B01D0B1E7AE}" sibTransId="{F3C72788-CD51-46E4-8933-3B8781FDB34B}"/>
    <dgm:cxn modelId="{45A3204D-47BD-469B-AD6E-F2B99B52A8D2}" srcId="{19A9DACF-59D3-4F3D-8CF3-B79BF0A72A8C}" destId="{4C2316E0-7F9F-4024-BB54-70A4839F6113}" srcOrd="1" destOrd="0" parTransId="{FAB204EE-F11E-421B-AE50-C43A5F0FEC0C}" sibTransId="{FE8830C8-EE1A-4FF2-9174-48CB944DD718}"/>
    <dgm:cxn modelId="{A4B07D55-2A87-8A44-ADE5-6BD43D78464A}" type="presOf" srcId="{96770858-EB89-445E-843B-D98BFBCDF0AF}" destId="{7E607DCF-3EFC-1640-AC11-59300C756002}" srcOrd="0" destOrd="2" presId="urn:microsoft.com/office/officeart/2005/8/layout/hChevron3"/>
    <dgm:cxn modelId="{4522735C-34E8-DF4B-87FA-82029302D80C}" type="presOf" srcId="{D50C17A7-6821-431B-8D35-B37AB3EAA353}" destId="{EDFFB2FC-7ECF-804B-949E-EB81C6CC741C}" srcOrd="0" destOrd="0" presId="urn:microsoft.com/office/officeart/2005/8/layout/hChevron3"/>
    <dgm:cxn modelId="{82FF2C90-8A87-D74F-AF1B-551F610D9251}" type="presOf" srcId="{270F8B52-78E6-4175-8A32-44EC7ACADE57}" destId="{7E607DCF-3EFC-1640-AC11-59300C756002}" srcOrd="0" destOrd="1" presId="urn:microsoft.com/office/officeart/2005/8/layout/hChevron3"/>
    <dgm:cxn modelId="{B75A66A4-7BBF-3E4B-9A1D-B61835E43D34}" type="presOf" srcId="{B5B2A196-2BA1-4282-8E6E-1B8C6D8C983F}" destId="{7E607DCF-3EFC-1640-AC11-59300C756002}" srcOrd="0" destOrd="3" presId="urn:microsoft.com/office/officeart/2005/8/layout/hChevron3"/>
    <dgm:cxn modelId="{40DD80AD-2627-B340-8766-47AAFAB06F32}" type="presOf" srcId="{ADCC5A91-355D-465F-A47F-2EEABAD0C94E}" destId="{439A0717-8EE2-C046-815C-83B7423A0E8B}" srcOrd="0" destOrd="0" presId="urn:microsoft.com/office/officeart/2005/8/layout/hChevron3"/>
    <dgm:cxn modelId="{72E2C8BE-00B1-4D9A-8B50-8EC2E995FA2E}" srcId="{19A9DACF-59D3-4F3D-8CF3-B79BF0A72A8C}" destId="{D50C17A7-6821-431B-8D35-B37AB3EAA353}" srcOrd="0" destOrd="0" parTransId="{4076D35C-B822-4271-8F53-C900CF698D80}" sibTransId="{D44FF076-74D1-4323-970B-B18503DAE72C}"/>
    <dgm:cxn modelId="{1F55CFE8-9CF7-254F-AD0D-6F98D28BA74E}" type="presOf" srcId="{19A9DACF-59D3-4F3D-8CF3-B79BF0A72A8C}" destId="{82169528-2439-B144-92A6-8130747A7A69}" srcOrd="0" destOrd="0" presId="urn:microsoft.com/office/officeart/2005/8/layout/hChevron3"/>
    <dgm:cxn modelId="{AC112E0A-6806-154A-9615-96EC37171652}" type="presParOf" srcId="{82169528-2439-B144-92A6-8130747A7A69}" destId="{EDFFB2FC-7ECF-804B-949E-EB81C6CC741C}" srcOrd="0" destOrd="0" presId="urn:microsoft.com/office/officeart/2005/8/layout/hChevron3"/>
    <dgm:cxn modelId="{C2DE258C-BFD3-C240-BDE2-CE501B5D838C}" type="presParOf" srcId="{82169528-2439-B144-92A6-8130747A7A69}" destId="{3D54EB12-0688-1B46-9AFE-CBD6DCD48A07}" srcOrd="1" destOrd="0" presId="urn:microsoft.com/office/officeart/2005/8/layout/hChevron3"/>
    <dgm:cxn modelId="{44AC4BD9-C73F-CA49-86B0-ACD31B2A7F49}" type="presParOf" srcId="{82169528-2439-B144-92A6-8130747A7A69}" destId="{7E607DCF-3EFC-1640-AC11-59300C756002}" srcOrd="2" destOrd="0" presId="urn:microsoft.com/office/officeart/2005/8/layout/hChevron3"/>
    <dgm:cxn modelId="{781A8089-D384-8D46-AB00-FD296DEA2896}" type="presParOf" srcId="{82169528-2439-B144-92A6-8130747A7A69}" destId="{C731882A-FD26-684B-BDF2-60A96185D297}" srcOrd="3" destOrd="0" presId="urn:microsoft.com/office/officeart/2005/8/layout/hChevron3"/>
    <dgm:cxn modelId="{4C3EF879-98DD-034F-AE62-981F8351A4BF}" type="presParOf" srcId="{82169528-2439-B144-92A6-8130747A7A69}" destId="{439A0717-8EE2-C046-815C-83B7423A0E8B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A2DCE5-98A5-2941-967C-6FC8DC93EE6A}">
      <dsp:nvSpPr>
        <dsp:cNvPr id="0" name=""/>
        <dsp:cNvSpPr/>
      </dsp:nvSpPr>
      <dsp:spPr>
        <a:xfrm>
          <a:off x="3201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Create: Ingesting new market participants and order flow.</a:t>
          </a:r>
        </a:p>
      </dsp:txBody>
      <dsp:txXfrm>
        <a:off x="3201" y="1669704"/>
        <a:ext cx="2539866" cy="2133487"/>
      </dsp:txXfrm>
    </dsp:sp>
    <dsp:sp modelId="{D9AD32AB-E6CF-8443-8C77-C6242756F0F2}">
      <dsp:nvSpPr>
        <dsp:cNvPr id="0" name=""/>
        <dsp:cNvSpPr/>
      </dsp:nvSpPr>
      <dsp:spPr>
        <a:xfrm>
          <a:off x="739762" y="674077"/>
          <a:ext cx="1066743" cy="106674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95983" y="830298"/>
        <a:ext cx="754301" cy="754301"/>
      </dsp:txXfrm>
    </dsp:sp>
    <dsp:sp modelId="{132A1B9A-C68B-E74A-AFA1-F12903184E3E}">
      <dsp:nvSpPr>
        <dsp:cNvPr id="0" name=""/>
        <dsp:cNvSpPr/>
      </dsp:nvSpPr>
      <dsp:spPr>
        <a:xfrm>
          <a:off x="3201" y="3874237"/>
          <a:ext cx="2539866" cy="72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3A9647-E951-B04E-B504-6F8EAB829403}">
      <dsp:nvSpPr>
        <dsp:cNvPr id="0" name=""/>
        <dsp:cNvSpPr/>
      </dsp:nvSpPr>
      <dsp:spPr>
        <a:xfrm>
          <a:off x="2797054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2244908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8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Read: Querying the current state of the book (Bid/Ask spread).</a:t>
          </a:r>
        </a:p>
      </dsp:txBody>
      <dsp:txXfrm>
        <a:off x="2797054" y="1669704"/>
        <a:ext cx="2539866" cy="2133487"/>
      </dsp:txXfrm>
    </dsp:sp>
    <dsp:sp modelId="{709BE88A-BC43-EC47-B86F-2965DF71542D}">
      <dsp:nvSpPr>
        <dsp:cNvPr id="0" name=""/>
        <dsp:cNvSpPr/>
      </dsp:nvSpPr>
      <dsp:spPr>
        <a:xfrm>
          <a:off x="3533615" y="674077"/>
          <a:ext cx="1066743" cy="1066743"/>
        </a:xfrm>
        <a:prstGeom prst="ellipse">
          <a:avLst/>
        </a:prstGeom>
        <a:solidFill>
          <a:schemeClr val="accent2">
            <a:hueOff val="1841032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2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89836" y="830298"/>
        <a:ext cx="754301" cy="754301"/>
      </dsp:txXfrm>
    </dsp:sp>
    <dsp:sp modelId="{84E20FEC-851F-B74B-8AC6-FF65DB1DF0DB}">
      <dsp:nvSpPr>
        <dsp:cNvPr id="0" name=""/>
        <dsp:cNvSpPr/>
      </dsp:nvSpPr>
      <dsp:spPr>
        <a:xfrm>
          <a:off x="2797054" y="3874237"/>
          <a:ext cx="2539866" cy="72"/>
        </a:xfrm>
        <a:prstGeom prst="rect">
          <a:avLst/>
        </a:prstGeom>
        <a:solidFill>
          <a:schemeClr val="accent2">
            <a:hueOff val="2761548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8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FD4D4A-5F86-0F4A-BF70-9DF171F60C75}">
      <dsp:nvSpPr>
        <dsp:cNvPr id="0" name=""/>
        <dsp:cNvSpPr/>
      </dsp:nvSpPr>
      <dsp:spPr>
        <a:xfrm>
          <a:off x="5590907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4489816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6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Update: Modifying limit prices to reflect changing market conditions.</a:t>
          </a:r>
        </a:p>
      </dsp:txBody>
      <dsp:txXfrm>
        <a:off x="5590907" y="1669704"/>
        <a:ext cx="2539866" cy="2133487"/>
      </dsp:txXfrm>
    </dsp:sp>
    <dsp:sp modelId="{0D5469B0-E622-F440-952A-37454647DBC7}">
      <dsp:nvSpPr>
        <dsp:cNvPr id="0" name=""/>
        <dsp:cNvSpPr/>
      </dsp:nvSpPr>
      <dsp:spPr>
        <a:xfrm>
          <a:off x="6327469" y="674077"/>
          <a:ext cx="1066743" cy="1066743"/>
        </a:xfrm>
        <a:prstGeom prst="ellipse">
          <a:avLst/>
        </a:prstGeom>
        <a:solidFill>
          <a:schemeClr val="accent2">
            <a:hueOff val="3682064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4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483690" y="830298"/>
        <a:ext cx="754301" cy="754301"/>
      </dsp:txXfrm>
    </dsp:sp>
    <dsp:sp modelId="{C4604DE0-B281-3443-94F5-817D6B325D20}">
      <dsp:nvSpPr>
        <dsp:cNvPr id="0" name=""/>
        <dsp:cNvSpPr/>
      </dsp:nvSpPr>
      <dsp:spPr>
        <a:xfrm>
          <a:off x="5590907" y="3874237"/>
          <a:ext cx="2539866" cy="72"/>
        </a:xfrm>
        <a:prstGeom prst="rect">
          <a:avLst/>
        </a:prstGeom>
        <a:solidFill>
          <a:schemeClr val="accent2">
            <a:hueOff val="4602580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0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263A72-2B3F-0E44-91DA-9F9175841885}">
      <dsp:nvSpPr>
        <dsp:cNvPr id="0" name=""/>
        <dsp:cNvSpPr/>
      </dsp:nvSpPr>
      <dsp:spPr>
        <a:xfrm>
          <a:off x="8384760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Delete: Removing consumed liquidity (filled or canceled orders).</a:t>
          </a:r>
        </a:p>
      </dsp:txBody>
      <dsp:txXfrm>
        <a:off x="8384760" y="1669704"/>
        <a:ext cx="2539866" cy="2133487"/>
      </dsp:txXfrm>
    </dsp:sp>
    <dsp:sp modelId="{F7661A49-FA74-AC41-A0E1-65649CE929D2}">
      <dsp:nvSpPr>
        <dsp:cNvPr id="0" name=""/>
        <dsp:cNvSpPr/>
      </dsp:nvSpPr>
      <dsp:spPr>
        <a:xfrm>
          <a:off x="9121322" y="674077"/>
          <a:ext cx="1066743" cy="1066743"/>
        </a:xfrm>
        <a:prstGeom prst="ellipse">
          <a:avLst/>
        </a:prstGeom>
        <a:solidFill>
          <a:schemeClr val="accent2">
            <a:hueOff val="5523096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6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9277543" y="830298"/>
        <a:ext cx="754301" cy="754301"/>
      </dsp:txXfrm>
    </dsp:sp>
    <dsp:sp modelId="{B519FF3F-1418-6B4F-8C44-A1F7A61B0780}">
      <dsp:nvSpPr>
        <dsp:cNvPr id="0" name=""/>
        <dsp:cNvSpPr/>
      </dsp:nvSpPr>
      <dsp:spPr>
        <a:xfrm>
          <a:off x="8384760" y="3874237"/>
          <a:ext cx="2539866" cy="72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FFB2FC-7ECF-804B-949E-EB81C6CC741C}">
      <dsp:nvSpPr>
        <dsp:cNvPr id="0" name=""/>
        <dsp:cNvSpPr/>
      </dsp:nvSpPr>
      <dsp:spPr>
        <a:xfrm>
          <a:off x="4621" y="559306"/>
          <a:ext cx="4040906" cy="3232725"/>
        </a:xfrm>
        <a:prstGeom prst="homePlate">
          <a:avLst>
            <a:gd name="adj" fmla="val 2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554" tIns="63500" rIns="570217" bIns="635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Environment: SQLite CLI (Bypassing GUI abstraction for direct system execution).</a:t>
          </a:r>
        </a:p>
      </dsp:txBody>
      <dsp:txXfrm>
        <a:off x="4621" y="559306"/>
        <a:ext cx="3636815" cy="3232725"/>
      </dsp:txXfrm>
    </dsp:sp>
    <dsp:sp modelId="{7E607DCF-3EFC-1640-AC11-59300C756002}">
      <dsp:nvSpPr>
        <dsp:cNvPr id="0" name=""/>
        <dsp:cNvSpPr/>
      </dsp:nvSpPr>
      <dsp:spPr>
        <a:xfrm>
          <a:off x="3237346" y="559306"/>
          <a:ext cx="4040906" cy="3232725"/>
        </a:xfrm>
        <a:prstGeom prst="chevron">
          <a:avLst>
            <a:gd name="adj" fmla="val 2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554" tIns="63500" rIns="142554" bIns="635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Workflow: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1. Start from an empty state.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2. Execute DDL to construct schema.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3. Execute DML to demonstrate full CRUD lifecycle.</a:t>
          </a:r>
        </a:p>
      </dsp:txBody>
      <dsp:txXfrm>
        <a:off x="4045527" y="559306"/>
        <a:ext cx="2424544" cy="3232725"/>
      </dsp:txXfrm>
    </dsp:sp>
    <dsp:sp modelId="{439A0717-8EE2-C046-815C-83B7423A0E8B}">
      <dsp:nvSpPr>
        <dsp:cNvPr id="0" name=""/>
        <dsp:cNvSpPr/>
      </dsp:nvSpPr>
      <dsp:spPr>
        <a:xfrm>
          <a:off x="6470072" y="559306"/>
          <a:ext cx="4040906" cy="3232725"/>
        </a:xfrm>
        <a:prstGeom prst="chevron">
          <a:avLst>
            <a:gd name="adj" fmla="val 2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554" tIns="63500" rIns="142554" bIns="635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Switch to Mac Terminal Now</a:t>
          </a:r>
        </a:p>
      </dsp:txBody>
      <dsp:txXfrm>
        <a:off x="7278253" y="559306"/>
        <a:ext cx="2424544" cy="32327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49CEA-945D-8857-D586-F07D29A31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EF8EF9-2FC8-EE11-C39F-1B8D561A9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DBB48-C76C-3D0C-1579-09AD08DA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018E6-84E2-87A6-68F2-85C535D03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64C38-3A7D-4459-89A1-F2B98243A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98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6C531-C139-5D0F-2B74-C76CEB9F8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086E4-5A70-49B0-F8C2-5CEE2F4C2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2653A-E165-8B97-172E-F00622977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819D8-B9B1-58F7-E1FE-0224CB702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9CC2C-63A0-CC42-B2CA-018929EA9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21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F12CC-4642-1044-1FC7-27B1610CC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877FE-ED15-D26A-F910-C22A0A485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F59D1-23A7-F887-B9DD-C702FA96B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E7186-6242-57B9-3D0A-336D86024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FCADA-60B0-B296-8C7C-8654827B9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65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B2DA8-C26A-51FE-70D0-6CC5BD131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71A76-9262-9B3E-EFF3-FCE40AFD4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D0377-4344-CA99-B006-CB626F542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B8F86-B230-D649-69D7-051A41513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232CD-D160-FA6B-D40F-461EA531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1CEAD-7792-4B5F-B342-707987B8F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1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E795E-6047-5A6E-9266-D0AD2DFD8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2D239-4181-98F9-3DAF-801AD25E0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65D66B-58AF-89E6-7322-8446ADB71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0D58A-81A4-3610-C6A8-9985C8C6A8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FB7D31-AEE1-180B-3CC7-E2BE07CBF8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D5A0AF-C3BD-B109-8081-EC1453415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234ABB-CD83-B0A8-C16C-509DAC151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4E13B-5C47-C3A4-763B-7DFBC7CB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61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6FE6A-DF9D-D7A3-6460-58638008A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AD3599-F2DF-ED05-A197-52A59CAEA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23158B-F13C-F01E-EE88-F18304109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1D8975-1F5B-BD34-0D2F-46AE30695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51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889960-CCE2-627D-1817-EF463FDD9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D2D676-F283-1357-EE9A-EEA2609CC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54E84-CE52-5466-E04A-69AA9352B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40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ED8CA-1B33-1D99-5855-FC4657928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9C816-B2F8-B7E7-D3E6-328D7C5D9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DD18E-1F98-8062-59B8-C1AC5C146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1A122-AB05-1108-160C-50B38945D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F72756-D933-19A0-F76D-599642317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1CC97-9D56-C1DA-0124-2406800C0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21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A1C0A-C274-B21A-861E-CAD0AB47A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57A085-D854-7B91-9454-F777E8ED75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F2BC3-46BE-BAEA-E7AF-97B106ED8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BE607-9CE5-3CA9-487B-EE1DD0BD5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08DC2-E766-2E61-FF91-D9B5FA4D9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ACE7F-E0B3-F126-1518-2A1F6260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3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DF44D-A26E-5C78-573D-C9CAC9A33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A0804-0CEA-1208-45EB-4C516986E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B3ED8-51D3-7F96-8264-E8CB126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AFEA2-089D-3115-68CA-3BBD1A13F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E8230-62CD-D118-3518-53A323178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47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113602-CFBE-95C8-AA0C-9A846AE3B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E4980-D30E-198F-340C-1F47DEA15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C3E6F-08DA-9842-FFFE-AE1B6E08B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DC888-3FBA-A372-EC8B-BA1E0B96E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66CEB-32AF-153F-59CF-8C15DB5DD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93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192F19-DD88-686B-484D-AB1942FA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43EAE-3DAC-7769-77B6-7282BCD12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2D61D-16A1-7176-BD23-21F7D971D7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645ED-B7D2-F71E-8A15-EE5B344ED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313D0-BF14-301A-3CA5-D26F498B2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04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on laser lights aligned to form a triangle">
            <a:extLst>
              <a:ext uri="{FF2B5EF4-FFF2-40B4-BE49-F238E27FC236}">
                <a16:creationId xmlns:a16="http://schemas.microsoft.com/office/drawing/2014/main" id="{A4BBA475-F16E-9176-2A6F-0484AA71D8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16" b="1085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DE16D6-FEE2-0635-960E-DA4BD6228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Limit Order Book: Database </a:t>
            </a:r>
            <a:r>
              <a:rPr lang="en-US" dirty="0"/>
              <a:t>Schema and SQL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D1A7CE-F544-D71A-A254-62003B8A7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Team Violet</a:t>
            </a:r>
          </a:p>
          <a:p>
            <a:r>
              <a:rPr lang="en-US" dirty="0">
                <a:solidFill>
                  <a:srgbClr val="FFFFFF"/>
                </a:solidFill>
              </a:rPr>
              <a:t>CSC3220 Applications Programming</a:t>
            </a:r>
          </a:p>
          <a:p>
            <a:r>
              <a:rPr lang="en-US" dirty="0">
                <a:solidFill>
                  <a:srgbClr val="FFFFFF"/>
                </a:solidFill>
              </a:rPr>
              <a:t>Winter 2026</a:t>
            </a:r>
          </a:p>
        </p:txBody>
      </p:sp>
    </p:spTree>
    <p:extLst>
      <p:ext uri="{BB962C8B-B14F-4D97-AF65-F5344CB8AC3E}">
        <p14:creationId xmlns:p14="http://schemas.microsoft.com/office/powerpoint/2010/main" val="1800253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42059-7406-ADDE-4E9F-FF41FE701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749" y="909638"/>
            <a:ext cx="5201121" cy="1318062"/>
          </a:xfrm>
        </p:spPr>
        <p:txBody>
          <a:bodyPr>
            <a:normAutofit/>
          </a:bodyPr>
          <a:lstStyle/>
          <a:p>
            <a:r>
              <a:rPr lang="en-US" sz="3700" dirty="0"/>
              <a:t>System Architecture &amp;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82A04-14CE-6F52-2C96-26B31FDFC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0838" y="2236843"/>
            <a:ext cx="5201121" cy="393192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200" b="1" dirty="0"/>
              <a:t>Relational Trading Engine</a:t>
            </a:r>
          </a:p>
          <a:p>
            <a:r>
              <a:rPr lang="en-US" dirty="0"/>
              <a:t>Objective: Design a deterministic, low-latency foundation for a limit order book simulation.</a:t>
            </a:r>
          </a:p>
          <a:p>
            <a:r>
              <a:rPr lang="en-US" dirty="0"/>
              <a:t>Schema Design: A one-to-many relationship enforcing strict referential integrity.</a:t>
            </a:r>
          </a:p>
          <a:p>
            <a:r>
              <a:rPr lang="en-US" dirty="0"/>
              <a:t>Parent Entity: Traders (Manages participant data and account balances).</a:t>
            </a:r>
          </a:p>
          <a:p>
            <a:r>
              <a:rPr lang="en-US" dirty="0"/>
              <a:t>Child Entity: </a:t>
            </a:r>
            <a:r>
              <a:rPr lang="en-US" dirty="0" err="1"/>
              <a:t>OrderBook</a:t>
            </a:r>
            <a:r>
              <a:rPr lang="en-US" dirty="0"/>
              <a:t> (Manages active market bids and asks).</a:t>
            </a:r>
          </a:p>
        </p:txBody>
      </p:sp>
      <p:pic>
        <p:nvPicPr>
          <p:cNvPr id="5" name="Picture 4" descr="An abstract design with lines and financial symbols">
            <a:extLst>
              <a:ext uri="{FF2B5EF4-FFF2-40B4-BE49-F238E27FC236}">
                <a16:creationId xmlns:a16="http://schemas.microsoft.com/office/drawing/2014/main" id="{64FDBAD0-BBCD-CDBE-B0B4-71F81BF54B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83" r="22875"/>
          <a:stretch>
            <a:fillRect/>
          </a:stretch>
        </p:blipFill>
        <p:spPr>
          <a:xfrm>
            <a:off x="20" y="10"/>
            <a:ext cx="568674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329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99AD6-3231-256C-4FAD-0BECEA39D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 (DDL)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E9BE7-1023-6698-697C-455F9E24F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245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Building the Infrastructure</a:t>
            </a:r>
          </a:p>
          <a:p>
            <a:r>
              <a:rPr lang="en-US" dirty="0"/>
              <a:t>Constraints: Utilizing PRIMARY KEY for O(log N) lookups and FOREIGN KEY to prevent orphan orders.</a:t>
            </a:r>
          </a:p>
          <a:p>
            <a:r>
              <a:rPr lang="en-US" dirty="0"/>
              <a:t>Data Types: INT for discrete quantities and NUMERIC for precise decimal prices.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9D8CE-E3D2-481F-B58E-CFEECF954F1F}"/>
              </a:ext>
            </a:extLst>
          </p:cNvPr>
          <p:cNvSpPr txBox="1"/>
          <p:nvPr/>
        </p:nvSpPr>
        <p:spPr>
          <a:xfrm>
            <a:off x="279983" y="4167439"/>
            <a:ext cx="444301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CREATE TABLE Traders (</a:t>
            </a:r>
          </a:p>
          <a:p>
            <a:pPr lvl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trader_id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INTEGER PRIMARY KEY AUTOINCREMENT,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username TEXT NOT NULL UNIQUE,</a:t>
            </a:r>
          </a:p>
          <a:p>
            <a:pPr lvl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cash_balance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NUMERIC NOT NULL DEFAULT 0.00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CHECK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cash_balance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&gt;= 0)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12CDB-E51B-3868-C052-4352DFC76E13}"/>
              </a:ext>
            </a:extLst>
          </p:cNvPr>
          <p:cNvSpPr txBox="1"/>
          <p:nvPr/>
        </p:nvSpPr>
        <p:spPr>
          <a:xfrm>
            <a:off x="5160205" y="3499662"/>
            <a:ext cx="6091732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CREATE TABLE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OrderBook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</a:p>
          <a:p>
            <a:pPr lvl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order_id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INTEGER PRIMARY KEY AUTOINCREMENT,</a:t>
            </a:r>
          </a:p>
          <a:p>
            <a:pPr lvl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trader_id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INTEGER NOT NULL,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symbol TEXT NOT NULL,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side TEXT NOT NULL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CHECK (side IN ('BUY', 'SELL')),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quantity INTEGER NOT NULL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CHECK (quantity &gt; 0),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price NUMERIC NOT NULL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CHECK (price &gt; 0),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FOREIGN KEY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trader_id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353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EBF2AD-C3A2-1C64-7B3D-FBD053441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CRUD Operations (DML)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58F844E8-BDF5-7EF1-EEE1-95199C9C73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389568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17CCF35-D682-A7DE-EFF8-B041FD943948}"/>
              </a:ext>
            </a:extLst>
          </p:cNvPr>
          <p:cNvSpPr txBox="1"/>
          <p:nvPr/>
        </p:nvSpPr>
        <p:spPr>
          <a:xfrm>
            <a:off x="3682768" y="1473851"/>
            <a:ext cx="49984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Market Data Manipulation</a:t>
            </a:r>
          </a:p>
        </p:txBody>
      </p:sp>
    </p:spTree>
    <p:extLst>
      <p:ext uri="{BB962C8B-B14F-4D97-AF65-F5344CB8AC3E}">
        <p14:creationId xmlns:p14="http://schemas.microsoft.com/office/powerpoint/2010/main" val="824337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A1979-D2B5-91D5-2ADF-1BE02F798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Terminal Demonstration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3CAE0C87-4DBA-05A5-9908-D3BD87CF84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2871A75-FF25-F412-639D-CC193A27D774}"/>
              </a:ext>
            </a:extLst>
          </p:cNvPr>
          <p:cNvSpPr txBox="1"/>
          <p:nvPr/>
        </p:nvSpPr>
        <p:spPr>
          <a:xfrm>
            <a:off x="838200" y="1240850"/>
            <a:ext cx="51128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Database Execution Demo</a:t>
            </a:r>
          </a:p>
        </p:txBody>
      </p:sp>
    </p:spTree>
    <p:extLst>
      <p:ext uri="{BB962C8B-B14F-4D97-AF65-F5344CB8AC3E}">
        <p14:creationId xmlns:p14="http://schemas.microsoft.com/office/powerpoint/2010/main" val="423879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326</Words>
  <Application>Microsoft Macintosh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Consolas</vt:lpstr>
      <vt:lpstr>Office Theme</vt:lpstr>
      <vt:lpstr>Limit Order Book: Database Schema and SQL</vt:lpstr>
      <vt:lpstr>System Architecture &amp; Schema</vt:lpstr>
      <vt:lpstr>Data Definition Language (DDL)</vt:lpstr>
      <vt:lpstr>CRUD Operations (DML)</vt:lpstr>
      <vt:lpstr>Live Terminal 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Nam</dc:creator>
  <cp:lastModifiedBy>Hagiwara, Daiki</cp:lastModifiedBy>
  <cp:revision>1</cp:revision>
  <dcterms:created xsi:type="dcterms:W3CDTF">2026-02-19T23:02:44Z</dcterms:created>
  <dcterms:modified xsi:type="dcterms:W3CDTF">2026-02-20T10:04:56Z</dcterms:modified>
</cp:coreProperties>
</file>